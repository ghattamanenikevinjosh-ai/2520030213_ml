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Player Performance Prediction</a:t>
            </a:r>
          </a:p>
          <a:p>
            <a:pPr>
              <a:defRPr sz="2800">
                <a:solidFill>
                  <a:srgbClr val="BFDBFE"/>
                </a:solidFill>
              </a:defRPr>
            </a:pPr>
            <a:r>
              <a:rPr dirty="0"/>
              <a:t>Using Regression and Gradient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187952"/>
            <a:ext cx="84298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4400" dirty="0"/>
              <a:t>Machine Learning Project • </a:t>
            </a:r>
            <a:r>
              <a:rPr sz="4400" dirty="0" err="1"/>
              <a:t>B.Tech</a:t>
            </a:r>
            <a:r>
              <a:rPr lang="en-IN" sz="4400" dirty="0"/>
              <a:t> </a:t>
            </a:r>
            <a:endParaRPr sz="4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C9928-4825-20E8-7DC2-803B5605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88336" cy="85953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657CE22-34F8-9B9A-8C36-7D8CF29C9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472" y="5394960"/>
            <a:ext cx="3843527" cy="1271016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bg2"/>
                </a:solidFill>
              </a:rPr>
              <a:t>2520030213-G.kevin josh</a:t>
            </a:r>
            <a:br>
              <a:rPr lang="en-IN" sz="2000" dirty="0">
                <a:solidFill>
                  <a:schemeClr val="bg2"/>
                </a:solidFill>
              </a:rPr>
            </a:br>
            <a:r>
              <a:rPr lang="en-IN" sz="2000" dirty="0">
                <a:solidFill>
                  <a:schemeClr val="bg2"/>
                </a:solidFill>
              </a:rPr>
              <a:t>2520030379-D.ravi </a:t>
            </a:r>
            <a:r>
              <a:rPr lang="en-IN" sz="2000" dirty="0" err="1">
                <a:solidFill>
                  <a:schemeClr val="bg2"/>
                </a:solidFill>
              </a:rPr>
              <a:t>teja</a:t>
            </a:r>
            <a:endParaRPr lang="en-IN"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3691"/>
            <a:ext cx="5198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rPr sz="3600" dirty="0">
                <a:latin typeface="Algerian" panose="04020705040A02060702" pitchFamily="82" charset="0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1252728"/>
            <a:ext cx="12975336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rPr sz="3600" dirty="0"/>
              <a:t>• Player performance depends on several measurable match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rPr sz="3600" dirty="0"/>
              <a:t>• Machine Learning can learn patterns from historical player data.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rPr sz="3600" dirty="0"/>
              <a:t>• This project predicts a continuous Player Performance Score.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rPr sz="3600" dirty="0"/>
              <a:t>• Two models are compared: Linear Regression and Gradient Boosting Regression.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rPr sz="3600" dirty="0"/>
              <a:t>• The objective is to make performance analysis faster, consistent and data-driven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8AACB-89EA-563B-128D-FBF264110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664" y="0"/>
            <a:ext cx="2688336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2.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Research themes from sports analytics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Main idea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Sports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Predict continuous performance values.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Player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Historical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Past match features help estimate future performance.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Ensemble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Sequential trees model complex relationships.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MAE, RMSE,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Use multiple metrics to assess prediction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Research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Model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Compare a simple baseline with a non-linear ensemble.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Manual player assessment can be time-consuming when many statistics are involved.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Performance factors interact with one another, so a single statistic is not enough.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The problem is to predict a Player Performance Score from player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A baseline regression model and a Gradient Boosting model are trained and compared.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The system is evaluated using standard regression measures.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4.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Player performance 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10515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MatchesPlayed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Total matches played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Goals /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Scoring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Assists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Successful assists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ShotsOnTarget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Accurate 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PassAccuracy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Passing accuracy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Tackles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Defensive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PerformanceScore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Target value to predict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Dataset can be used in Python / Google Colab for preprocessing, EDA and model training.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The target variable is continuous, so regression is appropriate.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5. 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Check shape, columns, data types and descriptive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Check missing values and duplicate records.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Plot distributions using histograms.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Use box plots to inspect spread and outliers.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Use correlation and scatter plots to study relationships with the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6. EDA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Presentation-ready example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8"/>
                </a:solidFill>
              </a:defRPr>
            </a:pPr>
            <a:r>
              <a:t>Feature contribution (illustrative)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599"/>
            <a:ext cx="594360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221991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5166359"/>
            <a:ext cx="740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3028949"/>
            <a:ext cx="594360" cy="209169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39" y="2736341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166359"/>
            <a:ext cx="740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Assists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720339"/>
            <a:ext cx="594360" cy="2400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2427731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5166359"/>
            <a:ext cx="740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3474719"/>
            <a:ext cx="59436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3182111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5166359"/>
            <a:ext cx="740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Tackles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13441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8"/>
                </a:solidFill>
              </a:defRPr>
            </a:pPr>
            <a:r>
              <a:t>Performance score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4263390"/>
            <a:ext cx="838200" cy="857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3970781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65647" y="3406139"/>
            <a:ext cx="838200" cy="1714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9928" y="3113532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2495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41007" y="4263390"/>
            <a:ext cx="838200" cy="8572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5287" y="3970781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855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66175" y="13441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8"/>
                </a:solidFill>
              </a:defRPr>
            </a:pPr>
            <a:r>
              <a:t>Example feature relationships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2994659"/>
            <a:ext cx="838200" cy="21259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7615" y="2702051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62%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8696" y="2686049"/>
            <a:ext cx="838200" cy="243459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32975" y="2393441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5544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Shot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54056" y="2274569"/>
            <a:ext cx="838200" cy="28460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08335" y="1981961"/>
            <a:ext cx="929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0903" y="5166359"/>
            <a:ext cx="984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Goal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Replace illustrative values with the exact plots from your final dataset/model output before submission.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7.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Complete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0512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56231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00984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45736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148840"/>
            <a:ext cx="11887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2148840"/>
            <a:ext cx="11887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Evaluate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9024" y="214884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24744" y="23957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Linear Regression provides a simple baseline.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Gradient Boosting combines many weak decision trees to learn non-linear patterns.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Metrics: MAE, MSE, RMSE and R².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8. 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1732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Working principle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Fits a linear relationship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Simple and interpretable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Sequential decision trees reduce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Captures non-linear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Training: split data into training and testing sets.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Prediction: generate performance scores for unseen test data.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Evaluation: compare errors and goodness-of-fit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9. Results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Sample layout — replace with actual run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325880"/>
          <a:ext cx="10058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8.42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112.30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54.86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10.60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7.41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937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86200" y="44805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69080" y="45902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8"/>
                </a:solidFill>
              </a:defRPr>
            </a:pPr>
            <a:r>
              <a:t>R² comparison (illustrative)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40172"/>
            <a:ext cx="2103120" cy="26334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0520" y="4747564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7" y="5349240"/>
            <a:ext cx="2249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Linear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981651"/>
            <a:ext cx="2103120" cy="3218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689043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5349240"/>
            <a:ext cx="2249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Gradient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For regression, precision/recall/F1/accuracy are not standard metrics. Use MAE, MSE, RMSE and R². If you convert performance into classes, then classification metrics can be reported.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10. Performance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Preferred direction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Average absolute prediction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Average squared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Error in target's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Variation explained by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Classification metric; not standard for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Only after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Use the final model outputs from Python to fill the numeric result cells in the report/PPT.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11.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Linear Regression is useful as a baseline because it is simple and easy to interpret.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Gradient Boosting can model non-linear relationships and interactions among player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If the test-set error decreases and R² increases, the boosted model provides better predictive fit on that dataset.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Feature importance from tree-based boosting can help identify which statistics contribute most to predictions.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Results should be interpreted on unseen test data to reduce the risk of overfitting.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12.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Player scouting and talent identification.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Performance tracking across matches or seasons.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Training and coaching support.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Comparing player development over time.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Sports analytics dashboards and decision-support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8"/>
                </a:solidFill>
              </a:defRPr>
            </a:pPr>
            <a:r>
              <a:t>13. 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Prediction quality depends on the quality and size of the dataset.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Injuries, opposition strength, tactics and match context may not be fully captured.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Future work can test XGBoost, Random Forest and other ensemble models.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More seasons and real-world player data can improve generalization.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A dashboard can display predicted scores, feature importance and player 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Player performance can be predicted using historical statistical features.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Regression provides a clear baseline for continuous prediction.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Gradient Boosting can learn complex non-linear patterns.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MAE, MSE, RMSE and R² provide meaningful regression evaluation.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The final model can support data-driven player performance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FDBFE"/>
                </a:solidFill>
              </a:defRPr>
            </a:pPr>
            <a: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EB174-53CB-2331-7EDF-0AECDDBD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664" y="9144"/>
            <a:ext cx="2688336" cy="859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933</Words>
  <Application>Microsoft Office PowerPoint</Application>
  <PresentationFormat>Widescreen</PresentationFormat>
  <Paragraphs>195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Algerian</vt:lpstr>
      <vt:lpstr>Arial</vt:lpstr>
      <vt:lpstr>Calibri</vt:lpstr>
      <vt:lpstr>Office Theme</vt:lpstr>
      <vt:lpstr>2520030213-G.kevin josh 2520030379-D.ravi teja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ghattamaneni kevin Josh</cp:lastModifiedBy>
  <cp:revision>2</cp:revision>
  <dcterms:created xsi:type="dcterms:W3CDTF">2013-01-27T09:14:16Z</dcterms:created>
  <dcterms:modified xsi:type="dcterms:W3CDTF">2026-09-23T05:32:59Z</dcterms:modified>
  <cp:category/>
</cp:coreProperties>
</file>